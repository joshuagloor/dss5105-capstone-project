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Name the track and the one-line idea: the language model understands, Python tools calculate, a human confirms.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The group chat is the interface we replace, so the language layer is not optional. Walk the three questions quickly. Then: the LLM reads and asks; it never calculates. Python answers the three questions; a person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Three boundaries. Language boundary: the LLM extracts intent, references and constraints with quoted source spans; Python validates every field and malformed output fails closed. Deterministic boundary: the course's eligible_workshops(), a delivery estimate of queue + processing + transport + expected rework, and one configurable scorer; every numeral the user sees is formatted by a tool. Confirmation boundary: a preview is not a reservation; confirming revalidates queue state, writes one SQLite record and updates queues atomically. The same scorer runs inside the shared simulator, with no LLM in the allocator.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Declare it first, then why. Business: quick response sells speed; a defect can be reworked, a missed reorder date cannot. Evidence: walk the table in one breath each. Defects: chasing quality sends work to small, slow shops and 95% of batches go late. Robustness: cheapest is already 92% late, so the shock cannot make it worse; the metric rewards being late already. Fairness: not built, and random already sits near the floor. We still report defects as the other objective and a hybrid, as required. The first hybrid ran 18.8% late on the course seeds, so we retire it and choose the next one on development seeds before touching the course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Lead with the number, then say what it is: simulator evidence, not a field result. The other three points are what the group chat never gave: no ineligible allocation can be proposed, every decision is recorded, and impossible dates get honest options. Close on the cost: we pay about a third more than the cheapest rule for that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The chart: the shipped baselines are late on a third to nine-tenths of batches; queue-aware policies on about 2%. Then say it plainly: a ten-second earliest-finish rule ties us, because lateness is near its floor. What our scorer adds is configuration: a deadline buffer cuts cost 7.7% and late days 23% for about one extra late batch per ten normal runs, four under shock. The 30/30 fixture replay uses hand-authored inputs; it tests the tools, not language understanding. The live chat rerun is Sprint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The worst failure in this track is an invented delivery estimate; our design prevents it structurally, and we check it automatically. The most likely failure is misreading a request: in our first live run one unnecessary question blocked a required refusal. Mitigation is independent labels and a held-out set written before tuning. Assumptions: independent 1 April snapshot per request; defects cost rework as in the harness; cost is subcontract cost, not customer price; a human confirms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Sprint 2 is about measurement: rerun the live chat on the v3 inbox, build the 30-question evaluation set with held-out cases, add the register and overload tools the track asks for, and freeze the hybrid before looking at course seeds. Close with the primary-objective success criterion, including where baselines still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11  /  TRACK 2  /  SPRINT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Quick-Response Subcontracting Desk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request. Calculate with tools. Confirm with evidence.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2E4A42"/>
          </a:solidFill>
          <a:ln w="12700">
            <a:solidFill>
              <a:srgbClr val="A9C7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 lateness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[add names before upload]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DSS5105 Capstone  /  5-min live presentation + 2-min Q&amp;A  /  16 Oct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PROPOSED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one chat message is the whole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@Chen - order 042, 1,500 crewnecks. Send it to QuickStitch, need it back by the 19th.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live in one dispatcher's head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34056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974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make it?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9544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729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take it now?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and daily capacity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85032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484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allowed to?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 shop, trial batch cap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5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one wrong and the batch bounces back a day later. In a ten-day cycle that is the margin gone, and nothing is written down.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64592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911096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the chat request, asks when an order, number or date is missing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670048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935224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035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checks eligibility and estimates delivery for every candidate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694176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3959352"/>
            <a:ext cx="310896" cy="310896"/>
          </a:xfrm>
          <a:prstGeom prst="ellipse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2064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reviews the recommendation; the decision is saved with its evidence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epeng/Documents/Zepeng Chen personal/NUS Stats Master/DSS5105/dss5105-capstone-project/.cache/deck-build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declare: minimise lateness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% late and late days, against random, greedy_biggest and cheapest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017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3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 sells speed. A defect can be reworked; a missed reorder date loses the sale.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017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3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candidate where we beat all three baselines on the course metric, with no asterisk.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10 course seeds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 late, 0.18 late days vs random 34.2% / 6.13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Beats all three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defects: 2.9% def pcs, but 95.1% 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Fails guardrail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Shock change +0.25 pp late; cheapest +0.00 pp, already 92% 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ceiling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share 26.2% vs random 22.6%; random is near the 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67588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objective: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 defects, reported as a comparison.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lateness first, defects second, with a deadline safety buffer. Weights frozen on development seeds in Sprint 2, before the course seeds are run. Our first 0.7/0.3 hybrid ran 18.8% late and is retired.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docs/V3_EVALUATION.md (paired normal controls, shock-minus-normal), seeds 5105-5114.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late batches, and every decision on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batches late when the queue, processing and transport are checked first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D6E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random eligible shop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simulator, 10 seeds; not a field result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310896" cy="310896"/>
          </a:xfrm>
          <a:prstGeom prst="ellipse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bounced batches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is checked with the course's own rule before any recommendation.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167128"/>
            <a:ext cx="310896" cy="310896"/>
          </a:xfrm>
          <a:prstGeom prst="ellipse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121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on record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2395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candidates, estimates, constraints, who imposed them and who confirmed.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962656"/>
            <a:ext cx="310896" cy="310896"/>
          </a:xfrm>
          <a:prstGeom prst="ellipse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916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bad news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191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dates get the earliest achievable date and options: split, accept late, escalate.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3758184"/>
            <a:ext cx="310896" cy="310896"/>
          </a:xfrm>
          <a:prstGeom prst="ellipse">
            <a:avLst/>
          </a:prstGeom>
          <a:solidFill>
            <a:srgbClr val="B5522B"/>
          </a:solidFill>
          <a:ln w="12700">
            <a:solidFill>
              <a:srgbClr val="B55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3712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cost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9867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not free: 115,592 per replay vs 85,960 for the cheapest rule.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docs/V3_EVALUATION.md, paired normal controls (% late, cost), seeds 5105-5114.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PROGRESS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beat every baseline, and tie a ten-second rule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batches late, mean of 10 course seeds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" cy="146304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08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146304" cy="146304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64208" y="15087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745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874520"/>
            <a:ext cx="906027" cy="182880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8251" y="1856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093976"/>
            <a:ext cx="1012097" cy="182880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4321" y="20756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414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greedy_biggest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441448"/>
            <a:ext cx="2234108" cy="182880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6332" y="2423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2660904"/>
            <a:ext cx="2251795" cy="182880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44019" y="26426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84.9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008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3008376"/>
            <a:ext cx="2435191" cy="182880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27415" y="2990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37360" y="3227832"/>
            <a:ext cx="2435191" cy="182880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27415" y="32095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5753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finish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7360" y="3575304"/>
            <a:ext cx="44205" cy="182880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36429" y="35570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794760"/>
            <a:ext cx="50834" cy="182880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43058" y="3776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55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ours: lateness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4142232"/>
            <a:ext cx="44205" cy="182880"/>
          </a:xfrm>
          <a:prstGeom prst="rect">
            <a:avLst/>
          </a:prstGeom>
          <a:solidFill>
            <a:srgbClr val="8AAD98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836429" y="41239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37360" y="4361688"/>
            <a:ext cx="50834" cy="182880"/>
          </a:xfrm>
          <a:prstGeom prst="rect">
            <a:avLst/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43058" y="43434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12344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3C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0" y="1307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5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finding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finish ties us on lateness. Lateness is near its floor: two 2,000-piece accessory batches cannot be made in their window.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03520" y="237744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0" y="2450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configuration adds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10-day deadline buffer that spends slack on price: cost -7.7%, late days -23%, about one more late batch per ten normal runs.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3566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working: Streamlit desk; all 30 inbox requests reach their intended state on hand-authored inputs; saved-plan confirmation in SQLite; 278 offline tests.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docs/V3_EVALUATION.md (10 course seeds, normal controls and shock); docs/MARGIN_STUDY.md (cost_buffer10).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AND KEY ASSUMPTIONS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what we assume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594360"/>
                <a:gridCol w="594360"/>
                <a:gridCol w="2148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states a number no tool produced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only extracts; tools format every numeral; automated check per candidate and field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Misread request (first live run: an unneeded question blocked a refusal, R14)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gold labels; held-out requests written before tuning; fail closed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to the 120 supplied orders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on development seeds; freeze before course seeds; disclose reuse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Simulator simpler than a factory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it; keep the default run as the yardstick; argue with evidence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52160" y="164592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6824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inbox request is judged on the 1 April queue snapshot, independently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52160" y="237744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140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defect means half the batch is redone, as in the harness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310896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1455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cost_per_piece is subcontract cost, not customer price, so quote questions are declined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384048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9F3E9"/>
          </a:solidFill>
          <a:ln w="12700">
            <a:solidFill>
              <a:srgbClr val="8AAD9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38770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confirms every allocation; no workshop is contacted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ROADMAP  /  DUE 30 OCT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working tools to a measured chat desk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777240"/>
                <a:gridCol w="3977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criterion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chat rerun on the v3 inbox; fix clarification defects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30/30 run end to end; judged against independent labels, per request kind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30 questions verified against the data files; &gt;= 10 held out before tuning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query and overload probe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552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"Who can take 1,500 crewnecks this week?" answered from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freeze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Weights fixed on development seeds, then one course-seed run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 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displayed numerals without a matching tool field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video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72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A6B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C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7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Request, clarification, refusal, impossible date, confirm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03731"/>
          </a:solidFill>
          <a:ln w="12700">
            <a:solidFill>
              <a:srgbClr val="20373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success criterion for the primary objective: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random, greedy_biggest and cheapest on both % late and late days, normal and ten-seed shock, and report where earliest finish and cheapest still win.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Quick-Response Subcontracting Desk - Sprint 1</dc:title>
  <dc:subject>PptxGenJS Presentation</dc:subject>
  <dc:creator>Group 11</dc:creator>
  <cp:lastModifiedBy>Group 11</cp:lastModifiedBy>
  <cp:revision>1</cp:revision>
  <dcterms:created xsi:type="dcterms:W3CDTF">2026-09-26T18:20:24Z</dcterms:created>
  <dcterms:modified xsi:type="dcterms:W3CDTF">2026-09-26T18:20:24Z</dcterms:modified>
</cp:coreProperties>
</file>