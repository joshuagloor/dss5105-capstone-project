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Today I'm a
       dispatcher, and with StitchFlow, this phone is my whole desk. The rings show who's
       busy; OldMill is suspended."
[0:10]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[0:32] Tap "Compare 4 workshops", then "Can't take it", then close them. (optional)
       Charles: "No typing. It picked GiantWeave, told me when it lands, and kept BudgetWorks
       out, because I asked."
[0:40] Hold the mic and say: "Okay, book it." The sheet opens.
       Charles: "Nothing goes out until I slide." Slide to confirm.
[0:50] On the receipt, tap "Remember".
       Charles: "And it offers to remember that, for next time."
[0:56] Hold the mic and say: "Next one: order 81 for Harbor Knits, due April 20th."
       (Say "due", not "go out by": "go out by" is a ship date, and the desk would ask which.)
       Let the answer play, then point at the "From memory" note on the card.
       Charles: "Same customer, and I didn't repeat myself: the rule came back from memory."
[1:20] Charles: "Now let's try to break it, with a real message from the boss."
       Hold the mic and say: "QuickStitch for the scarves on order 103?"
       Let the answer play: QuickStitch cannot make scarves, no workshop meets 4 April, and the
       best alternative is 13.44 days late.
[1:42] Charles: "It doesn't just say yes. It says no, explains why, offers the earliest option
       and a split, and books nothing."
[1:50] Point at the "Behind the answer" panel on the right. (optional)
       Charles: "And every answer shows its working: what the AI heard, and what our code
       calculated."
[1:56] Charles: "That's StitchFlow: say it, see why, slide to book."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2026-10-29T15:25:29Z</dcterms:created>
  <dcterms:modified xsi:type="dcterms:W3CDTF">2026-10-29T15:25:29Z</dcterms:modified>
</cp:coreProperties>
</file>