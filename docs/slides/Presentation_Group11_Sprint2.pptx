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In this demo I'll
       play the dispatcher, using our app, StitchFlow.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Point at the "Behind the answer" panel on the right. (optional)
       Charles: "This panel shows what the model read, with quotes, and what Python computed."
[1:57] Charles: "That's StitchFlow." Pause for two seconds.
[2:00]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2026-10-29T15:29:33Z</dcterms:created>
  <dcterms:modified xsi:type="dcterms:W3CDTF">2026-10-29T15:29:33Z</dcterms:modified>
</cp:coreProperties>
</file>