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Cold open and cover (0:00-0:22)  VOICE: NARRATOR, plus the app
[0:00] TC1 on black, no music, faint room tone: "07:53. The first request arrives."
[0:02] TC2: "By 10:18, there are thirty."
       (Both times are R01 and R30 in track2/data/dispatch_requests.txt.)
[0:04] APP, tight on the phone's microphone button. The thumb holds it; the live transcript writes
       itself across the screen.
       AT THE MIC (BUILDER, natural, not performed): "ORD-109, 500 vests for Harbor Knits, due
       April 13. Keep it away from BudgetWorks."
[0:10] The answer card lands. LET IT PLAY: "GiantWeave can deliver order 109..." Cut out
       mid-sentence.
[0:12] Hard cut to black on the first beat of the music.
       TC3: "Introducing Dispatch." Second line, smaller, camel: "The Quick-Response Subcontracting
       Desk, by voice."
[0:15] SLIDE 1. Slow push-in. Hold at least 6 seconds so every name and status can be read.
       NARRATOR: "We're Group 11, Track 2. Our primary objective: minimise lateness. Our
       secondary objective: minimise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(0:22-0:51)  VOICE: NARRATOR
[0:22] SLIDE 2. Push in on THE USER and the inbox quote.
       NARRATOR: "Our user is Ravi, a dispatcher at SweaterCo, on the floor with a phone. Requests
       land in a group chat, and most are messy. Ravi needs a safe answer in seconds, and a record
       of why."
[0:38] PUNCH IN on WHAT CHANGED SINCE SPRINT 1. Step down the rows as they are named.
       NARRATOR: "Since Sprint 1, we beat the earliest-finish rule that tied us. Our defects and
       fairness settings beat their baselines. And Ravi can now talk to the desk, which remembers."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(0:51-1:13)  VOICE: BUILDER
[0:51] TC4: "Say it. See why. Slide to book."
[0:53] SLIDE 3. Track left to right across the five phones; punch in on each one as it is named.
       BUILDER: "Ravi holds the mic and says it. The desk answers out loud: the best workshop, when
       it arrives, and why. 'Book it' opens one sheet; one slide commits. It offers to remember
       the constraint, and applies it next time. Voice proposes. Only the slide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(1:13-1:58)  VOICE: BUILDER
[1:13] SLIDE 4. Wide on the six boxes, then a slow track left to right with the voice.
       BUILDER: "Under the hood: one fixed workflow, not a ReAct agent, because every request
       needs the same checks, in order. Speech becomes text in the browser. Python handles 'book
       it' on its own. Everything else is one structured-output call, and every field must quote
       the message, or Python rejects it."
[1:35] PUNCH IN on the dark TOOLS box.
       BUILDER: "Then deterministic tools: exact order lookup, remembered rules, the course's own
       eligibility check, estimates and ranking. Replies are templates, so the model never does
       arithmetic."
[1:46] Tilt down to the KEY CHOICES table.
       BUILDER: "Memory is exact rules in SQLite, not a vector store: a constraint must match
       exactly, with who said it. And only a slide books,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(1:58-2:17)  VOICE: SAADHVIKA
[1:58] SLIDE 5. Slow push-in. Light the green Done rows, then amber, then grey, as they are named.
       SAADHVIKA: "Here's every feature with its owner. Done: the voice assistant, memory, capacity
       questions, the four-objective scorer, the desk redesign and the AWS deployment. In
       progress: clarification reliability,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(2:17-3:02)  VOICE: NIYANTHRI
[2:17] SLIDE 6. Push in on the left column.
       NIYANTHRI: "For allocation we measure our objective: late batches and late days, in the
       course simulator, with and without a closure. Baselines: random, biggest capacity and
       cheapest, plus earliest finish, with settings chosen on separate seeds first. The minimum:
       beat all three, and handle all 30 inbox requests."
[2:38] PUNCH IN on the TODAY table, first row.
       NIYANTHRI: "Today: 1.4 percent late against 1.7, and 68 percent fewer late days. For
       language: the 30 inbox requests, plus 50 new held-out ones, labelled separately, then
       agreed."
[2:51] PUNCH IN on HARD CASES.
       NIYANTHRI: "Hard cases: an impossible date, a workshop that can't take it,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(3:02-4:37)  VOICES: BUILDER (journey), LYNN (hard case)
[3:02] SLIDE 7 for two seconds, then hard cut to the app.
       Small caption, top left, for the next minute: "The journey".
[3:04] Phone, full height. The welcome card: "Hi Ravi, what needs to go out today?"
       BUILDER: "This is Ravi's phone. The rings show how busy each workshop is. OldMill is
       greyed out: it's suspended."
[3:12] Hold the microphone. Caption: "Based on request R25 in the course inbox".
       AT THE MIC: "ORD-109, 500 vests for Harbor Knits, due April 13. Keep it away from
       BudgetWorks."
[3:19] The answer lands; slow zoom to the delivery timeline. LET IT PLAY: "GiantWeave can deliver
       order 109 by Thursday 9 April, 3.71 days early. Cost 550, defect risk 6.0%. Say book it,
       or tap book, to confirm."
[3:28] Zoom to the excluded list.
       BUILDER: "BudgetWorks is out, and the card says Ravi asked."
[3:32] Tap "Compare 4 workshops", then "Can't take it". Close them.
       BUILDER: "Every other option, and why the rest can't take it."
[3:38] AT THE MIC: "Book it." The sheet rises. Slide to confirm.
       BUILDER: "'Book it' only opens the sheet. One slide saves it, with Ravi's name."
[3:46] Tap "Remember" on the offer.
       BUILDER: "And it offers to keep that rule."
[3:49] AT THE MIC: "ORD-081 for Harbor Knits needs to go out, due April 20."
[3:54] The card lands; zoom to the memory chip.
       BUILDER: "A new order, same customer. The rule is applied, and the card says it came from
       memory."
[4:02] TC5: "Now, a hard one." Caption, top left, from here: "Hard case".
[4:04] AT THE MIC: "QuickStitch for the scarves on ORD-103?" Caption: "Request R14 in the course
       inbox, word for word".
[4:08] The refusal lands. LET IT PLAY through the reason, then fade it under LYNN. Zoom to the
       reason, then to the alternatives.
[4:13] LYNN: "QuickStitch can't make scarves, and no workshop can meet the date. So the desk
       refuses, gives the earliest option and a two-shop split, and books nothing."
[4:25] Open the "Behind the answer" panel. Slow zoom to the quotes, then to the computed numbers.
       LYNN: "And every answer shows its working: what the model read, with its quotes, and what
       Python computed."
[4:33] Hard cut to black. TC6: "Dispatch." Second line, camel: "Ravi talks. Python checks. A
       person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(4:37-4:46)  VOICE: NARRATOR
[4:37] Dissolve to SLIDE 8. The music resolves.
       NARRATOR: "Thank you. The code and the video link are on the first slide."
[4:43] Hold in silence, then end. Check the export runs under 4:55.
AFTER RECORDING
- Export H.264, 1920 x 1080, as Presentation_Group11_Sprint2.mp4. Watch it once end to end.
- Upload to YouTube as unlisted, then open the link in a private window.
- Put the link on slides 1 and 8: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Ravi? One of the five people in the course's dispatch chat (R02, R07, R12, R17, R22,
  R27). We made the person who posts requests our user and gave them the phone, as the bonus
  suggests. In the demo, Ravi says other people's requests out loud too: Mei's R25 and the boss's
  R14.
- Is the film sped up? Only the model's wait is trimmed, and the film says so on screen. Our
  real wait on the take: [time it on the take]. No answer was edited.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1143000"/>
          </a:xfrm>
          <a:prstGeom prst="rect">
            <a:avLst/>
          </a:prstGeom>
          <a:noFill/>
          <a:ln/>
        </p:spPr>
        <p:txBody>
          <a:bodyPr wrap="square" lIns="0" tIns="0" rIns="0" bIns="0" rtlCol="0" anchor="ctr"/>
          <a:lstStyle/>
          <a:p>
            <a:pPr indent="0" marL="0">
              <a:buNone/>
            </a:pPr>
            <a:r>
              <a:rPr lang="en-US" sz="3400" dirty="0">
                <a:solidFill>
                  <a:srgbClr val="F4EFE6"/>
                </a:solidFill>
                <a:latin typeface="Georgia" pitchFamily="34" charset="0"/>
                <a:ea typeface="Georgia" pitchFamily="34" charset="-122"/>
                <a:cs typeface="Georgia" pitchFamily="34" charset="-120"/>
              </a:rPr>
              <a:t>The Quick-Response</a:t>
            </a:r>
            <a:endParaRPr lang="en-US" sz="3400" dirty="0"/>
          </a:p>
          <a:p>
            <a:pPr indent="0" marL="0">
              <a:buNone/>
            </a:pPr>
            <a:r>
              <a:rPr lang="en-US" sz="3400" dirty="0">
                <a:solidFill>
                  <a:srgbClr val="F4EFE6"/>
                </a:solidFill>
                <a:latin typeface="Georgia" pitchFamily="34" charset="0"/>
                <a:ea typeface="Georgia" pitchFamily="34" charset="-122"/>
                <a:cs typeface="Georgia" pitchFamily="34" charset="-120"/>
              </a:rPr>
              <a:t>Subcontracting Desk</a:t>
            </a:r>
            <a:endParaRPr lang="en-US" sz="3400" dirty="0"/>
          </a:p>
        </p:txBody>
      </p:sp>
      <p:sp>
        <p:nvSpPr>
          <p:cNvPr id="5" name="Text 3"/>
          <p:cNvSpPr txBox="1"/>
          <p:nvPr/>
        </p:nvSpPr>
        <p:spPr>
          <a:xfrm>
            <a:off x="548640" y="2304288"/>
            <a:ext cx="5486400" cy="36576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Ravi talks. Python checks. A person commits.</a:t>
            </a:r>
            <a:endParaRPr lang="en-US" sz="1500" dirty="0"/>
          </a:p>
        </p:txBody>
      </p:sp>
      <p:sp>
        <p:nvSpPr>
          <p:cNvPr id="6" name="Shape 4"/>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8" name="Shape 6"/>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9" name="Text 7"/>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0" name="Text 8"/>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1" name="Text 9"/>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2" name="Text 10"/>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3" name="Text 11"/>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4" name="Text 12"/>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5" name="Text 13"/>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6" name="Text 14"/>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7" name="Text 15"/>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8" name="Text 16"/>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19" name="Text 17"/>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0" name="Text 18"/>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1" name="Text 19"/>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2" name="Text 20"/>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3" name="Text 21"/>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Ravi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Ravi,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RAVI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Evaluation set: 50 new held-out requests, written and labelled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Independent labels for the 30 inbox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Live model run on the full evaluation set (30 inbox + 50 new)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Usability test: two people acting as dispatchers, four tasks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11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Ravi, on the floor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RAVI TALKS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2</dc:title>
  <dc:subject>PptxGenJS Presentation</dc:subject>
  <dc:creator>Group 11</dc:creator>
  <cp:lastModifiedBy>Group 11</cp:lastModifiedBy>
  <cp:revision>1</cp:revision>
  <dcterms:created xsi:type="dcterms:W3CDTF">2026-10-29T08:07:53Z</dcterms:created>
  <dcterms:modified xsi:type="dcterms:W3CDTF">2026-10-29T08:07:53Z</dcterms:modified>
</cp:coreProperties>
</file>