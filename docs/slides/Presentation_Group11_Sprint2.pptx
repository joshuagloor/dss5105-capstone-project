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all by voice; the slide to confirm is the only
touch. Times are from the start of the app part, about 1:30 when nothing goes wrong. Speak only
when the app is quiet. If speech mishears a request, the transcript shows it: say it again,
slowly. In the edit you may cut silences and any misheard retry, but never cut or change an
answer.
[0:00] Charles: "Hi everyone, I'm Zepeng, or Charles. I'll play the dispatcher, using StitchFlow
       by voice."
[0:06] Hold the mic and say: "Hi, I've got order number 109, due April 13th. Keep it away from
       BudgetWorks, their last batch came back rough."
       (No customer or product names: the order book supplies both. Say "order number"
       clearly, so it is not heard as "other".)
       Let the answer play: "GiantWeave, by Thursday 9 April, 3.71 days early. Say book it to
       confirm."
[0:20] Charles: "It found the order, kept BudgetWorks out because I asked, and shows why."
[0:25] Hold the mic and say: "Okay, book it." The sheet opens: "Slide to confirm."
       Charles: "Only a slide books it." Slide to confirm.
       It says: "Booked with GiantWeave, arriving Thursday 9 April."
[0:36] Hold the mic and say: "Remember that."
       It says: "Remembered: Avoid BudgetWorks for Harbor Knits."
[0:41] Hold the mic and say: "Next one: order number 81, due April 20th."
       (Say "due", not "go out by": "go out by" is a ship date, and the desk would ask which.)
       Let the answer play, then point at the "From memory" note on the card.
[0:52] Charles: "Same customer, and the rule came back from memory."
[0:56] Charles: "Now a hard case." Hold the mic and say: "Can QuickStitch take order number 103?"
       Let the answer play: "QuickStitch cannot take order 103. Cannot make ACCESSORIES. Best
       alternative: SteadyHands, 13.44 days late."
[1:10] Charles: "It refuses, says why, and books nothing. And every answer shows its working,
       here on the right."
[1:18] Charles: "That's StitchFlow." Pause for two seconds.
[1:22] Stop recording. With natural pauses this runs about 1:30 to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2026-10-29T16:20:08Z</dcterms:created>
  <dcterms:modified xsi:type="dcterms:W3CDTF">2026-10-29T16:20:08Z</dcterms:modified>
</cp:coreProperties>
</file>