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Take B starts on this slide for two seconds:
  Charles: "Now the demo."
Then the app. Times are from the start of the app part. Speak only when the app is quiet.
[0:00] Charles: "I'm Chen Zepeng, Charles in the app,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2026-10-29T13:41:22Z</dcterms:created>
  <dcterms:modified xsi:type="dcterms:W3CDTF">2026-10-29T13:41:22Z</dcterms:modified>
</cp:coreProperties>
</file>