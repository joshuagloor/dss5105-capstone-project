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If speech mishears a request, the transcript shows it: hold
the mic and say it again, slowly.
[0:00] Charles: "Hi everyone, I'm Zepeng, or Charles. In this demo I'll
       play as the dispatcher, using our app, StitchFlow. The rings show how busy each workshop
       is, and OldMill is grey because it's suspended."
[0:08] Hold the mic and say: "Hi, I've got order number 109, due April 13th. Keep it away from
       BudgetWorks, their last batch came back rough."
       (No customer or product names: speech often mishears them, and the order book supplies
       both. Say "order number" clearly, so it is not heard as "other".)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"Okay, book it." The sheet opens.
       Charles: "Nothing is saved until I slide." Slide to confirm.
[0:52] On the receipt, tap "Remember".
       Charles: "And it offers to remember that rule."
[0:58] Hold the mic and say: "Next one: order number 81, due April 20th."
       (Say "due", not "go out by": "go out by" is a ship date, and the desk would ask which.)
       Let the answer play, then point at the memory note on the card.
       Charles: "Same customer, so the rule is applied, and the card says it came from memory."
[1:22] Charles: "Now a hard case, like the boss's message in the inbox."
       Hold the mic and say: "Can QuickStitch take order number 103?"
       Let the answer play: QuickStitch cannot make scarves, no workshop meets 4 April, and the
       best alternative is 13.44 days late.
[1:45] Charles: "It refuses, gives the earliest option and a two-shop split, and books nothing."
[1:52] Point at the "Behind the answer" panel on the right. (optional)
       Charles: "This panel shows what the model read, with quotes, and what Python computed."
[1:57] Charles: "And That is StitchFlow." Pause for two seconds.
[2:00]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2026-10-29T15:39:48Z</dcterms:created>
  <dcterms:modified xsi:type="dcterms:W3CDTF">2026-10-29T15:39:48Z</dcterms:modified>
</cp:coreProperties>
</file>