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[0:00] Charles: "Hi everyone, I'm Zepeng, or Charles, as the app calls me. Today I'm a
       dispatcher. No desk. Just my phone, and StitchFlow. The rings show how busy each
       workshop is; OldMill is grey, it's suspended."
[0:10] Hold the mic and say: "Hi, I've got order 109 for Harbor Knits, 500 vests, due April
       13th. And keep it away from BudgetWorks, their last batch came back rough."
       Let the answer play: "GiantWeave can deliver order 109 by Thursday 9 April, 3.71 days
       early. Cost 550, defect risk 6.0%. Say book it, or tap book, to confirm."
[0:32] Tap "Compare 4 workshops", then "Can't take it", then close them. (optional)
       Charles: "I just said it. It found a workshop, told me when it'll arrive, and kept
       BudgetWorks out, because I asked."
[0:40] Hold the mic and say: "Okay, book it." The sheet opens.
       Charles: "Nothing happens until I slide." Slide to confirm.
[0:50] On the receipt, tap "Remember".
       Charles: "And it offers to remember that."
[0:55] Hold the mic and say: "Next one: order 81 for Harbor Knits, due April 20th."
       (Say "due", not "go out by": "go out by" is a ship date, and the desk would ask which.)
       Let the answer play, then point at the "From memory" note on the card.
       Charles: "Same customer, new order. I don't repeat myself; it remembers."
[1:18] Charles: "Now, something hard. A real message from the boss."
       Hold the mic and say: "QuickStitch for the scarves on order 103?"
       Let the answer play: QuickStitch cannot make scarves, no workshop meets 4 April, and the
       best alternative is 13.44 days late.
[1:40] Charles: "It doesn't guess. It says no, tells me why, and shows the earliest option and a
       split. Nothing is booked."
[1:48] Point at the "Behind the answer" panel on the right.
       Charles: "One more thing. Every answer shows its working: what the AI heard, and what our
       code calculated."
[1:56] Charles: "That's StitchFlow."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2026-10-29T15:27:57Z</dcterms:created>
  <dcterms:modified xsi:type="dcterms:W3CDTF">2026-10-29T15:27:57Z</dcterms:modified>
</cp:coreProperties>
</file>