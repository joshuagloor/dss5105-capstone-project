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(0:00-0:10)  Joshua
"Hi, we're Group 11, Track 2: the Quick-Response Subcontracting Desk.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(0:10-0:41)  Joshua
"Our user is Ravi, a dispatcher at SweaterCo, on the factory floor with a phone. Requests arrive
in a group chat. A wrong pick means a late order or a bad batch, so Ravi needs a safe answer in
seconds, with a record of why. That one job is our scope.
Since Sprint 1, we beat earliest finish, which tied us, our defects and fairness settings beat
their baselines, and Ravi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(0:41-1:04)  Zepeng
"We designed the journey for the floor. Ravi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(1:04-1:48)  Zepeng
"This diagram is what we built. Speech becomes text in the browser: free and live, instead of a
server speech model. Python handles commands like 'book it' without a model. Everything else is
one structured-output call, not a ReAct agent, because every request needs the same checks in
order, and every field must quote the message. Deterministic tools then look up the order, apply
remembered rules, check eligibility and rank. Replies are
templates, so the model never does arithmetic. Memory is exact rules in SQLite, not a vector
store, because a rule must match exactly. And only a slide books,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(1:48-2:08)  Saadhvika
"This is every feature with its owner and status. Done: the voice assistant, memory, capacity
questions, the four-objective scorer, the desk redesign and the AWS deployment. In progress:
clarification fixes, and our evaluation set. Planned: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(2:08-2:51)  Niyanthri
"We measure late batches and late days, our primary objective, in the course simulator, with and
without a closure. Baselines are random, biggest capacity and cheapest, plus earliest
finish, and settings were chosen on separate seeds first. The minimum is to beat all three
baselines, and handle all 30 inbox requests. Today: 1.4 percent late against 1.7, and 68 percent
fewer late days. For language, the 30 inbox requests plus 50 new held-out ones, labelled
separately, then agreed.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(2:51-4:50)  Zepeng, then Lynn
Take A ends here:
  Zepeng: "Now the demo."
Take B, in the app. Times are from the start of Take B. Speak only when the app is quiet.
[0:00] Zepeng: "This is Ravi's phone.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Zepeng: "Here are the other options, and why the rest can't take it. BudgetWorks is out
       because Ravi asked."
[0:40] Hold the mic and say: "Book it." The sheet opens.
       Zepeng: "Nothing is saved until I slide." Slide to confirm.
[0:52] On the receipt, tap "Remember".
       Zepeng: "And it offers to remember that rule."
[0:58] Hold the mic and say: "ORD-081 for Harbor Knits needs to go out, due April 20."
       Let the answer play, then point at the memory note on the card.
       Zepeng: "Same customer, so the rule is applied, and the card says it came from memory."
[1:22] Lynn: "Now a hard case, straight from the inbox."
       Zepeng holds the mic and says: "QuickStitch for the scarves on ORD-103?"
       Let the answer play: QuickStitch cannot make scarves, no workshop meets 4 April, and the
       best alternative is 13.44 days late.
[1:45] Lynn: "It refuses, gives the earliest option and a two-shop split, and books nothing."
[1:52] Open "Behind the answer". (optional)
       Lynn: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(not recorded)
The video ends on the demo, so this slide stays in the deck for the Q&amp;A only.
AFTER RECORDING
- Upload the .mp4 to YouTube as unlisted, then open the link in a private window.
- Put the link on slides 1 and 8: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Ravi? One of the five people in the course's dispatch chat (R02, R07, R12, R17, R22,
  R27). We made the person who posts requests our user and gave them the phone, as the bonus
  suggests. In the demo, Ravi says other people's requests out loud too: Mei's R25 and the boss's
  R14.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1143000"/>
          </a:xfrm>
          <a:prstGeom prst="rect">
            <a:avLst/>
          </a:prstGeom>
          <a:noFill/>
          <a:ln/>
        </p:spPr>
        <p:txBody>
          <a:bodyPr wrap="square" lIns="0" tIns="0" rIns="0" bIns="0" rtlCol="0" anchor="ctr"/>
          <a:lstStyle/>
          <a:p>
            <a:pPr indent="0" marL="0">
              <a:buNone/>
            </a:pPr>
            <a:r>
              <a:rPr lang="en-US" sz="3400" dirty="0">
                <a:solidFill>
                  <a:srgbClr val="F4EFE6"/>
                </a:solidFill>
                <a:latin typeface="Georgia" pitchFamily="34" charset="0"/>
                <a:ea typeface="Georgia" pitchFamily="34" charset="-122"/>
                <a:cs typeface="Georgia" pitchFamily="34" charset="-120"/>
              </a:rPr>
              <a:t>The Quick-Response</a:t>
            </a:r>
            <a:endParaRPr lang="en-US" sz="3400" dirty="0"/>
          </a:p>
          <a:p>
            <a:pPr indent="0" marL="0">
              <a:buNone/>
            </a:pPr>
            <a:r>
              <a:rPr lang="en-US" sz="3400" dirty="0">
                <a:solidFill>
                  <a:srgbClr val="F4EFE6"/>
                </a:solidFill>
                <a:latin typeface="Georgia" pitchFamily="34" charset="0"/>
                <a:ea typeface="Georgia" pitchFamily="34" charset="-122"/>
                <a:cs typeface="Georgia" pitchFamily="34" charset="-120"/>
              </a:rPr>
              <a:t>Subcontracting Desk</a:t>
            </a:r>
            <a:endParaRPr lang="en-US" sz="3400" dirty="0"/>
          </a:p>
        </p:txBody>
      </p:sp>
      <p:sp>
        <p:nvSpPr>
          <p:cNvPr id="5" name="Text 3"/>
          <p:cNvSpPr txBox="1"/>
          <p:nvPr/>
        </p:nvSpPr>
        <p:spPr>
          <a:xfrm>
            <a:off x="548640" y="2304288"/>
            <a:ext cx="5486400" cy="36576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Ravi talks. Python checks. A person commits.</a:t>
            </a:r>
            <a:endParaRPr lang="en-US" sz="1500" dirty="0"/>
          </a:p>
        </p:txBody>
      </p:sp>
      <p:sp>
        <p:nvSpPr>
          <p:cNvPr id="6" name="Shape 4"/>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8" name="Shape 6"/>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9" name="Text 7"/>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0" name="Text 8"/>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1" name="Text 9"/>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2" name="Text 10"/>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3" name="Text 11"/>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4" name="Text 12"/>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5" name="Text 13"/>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6" name="Text 14"/>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7" name="Text 15"/>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8" name="Text 16"/>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19" name="Text 17"/>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0" name="Text 18"/>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1" name="Text 19"/>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2" name="Text 20"/>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3" name="Text 21"/>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Ravi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Ravi,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RAVI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07008"/>
          <a:ext cx="8046720" cy="914400"/>
        </p:xfrm>
        <a:graphic>
          <a:graphicData uri="http://schemas.openxmlformats.org/drawingml/2006/table">
            <a:tbl>
              <a:tblPr/>
              <a:tblGrid>
                <a:gridCol w="5120640"/>
                <a:gridCol w="1828800"/>
                <a:gridCol w="1097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Voice assistant: phone UI, speech in and out,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Long-term memory: rules from confirmed bookings, log, profile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Four-objective scorer, frozen presets, objective lab</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Capacity questions and workshop checks from chat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Chat-first desk redesign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Duong Thanh Nhan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AWS deployment behind HTTPS (demo site)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Joshua Wesley Gloor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Clarification reliability fixes and 247-assertion benchmark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Evaluation set: 50 new held-out requests, written and labelled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Independent labels for the 30 inbox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Live model run on the full evaluation set (30 inbox + 50 new)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Usability test: two people acting as dispatchers, four tasks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6 of 11 done. Code: github.com/JoshuaGloor/dss5105-capstone-project (PR #15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Ravi, on the floor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RAVI TALKS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2</dc:title>
  <dc:subject>PptxGenJS Presentation</dc:subject>
  <dc:creator>Group 11</dc:creator>
  <cp:lastModifiedBy>Group 11</cp:lastModifiedBy>
  <cp:revision>1</cp:revision>
  <dcterms:created xsi:type="dcterms:W3CDTF">2026-10-29T08:22:09Z</dcterms:created>
  <dcterms:modified xsi:type="dcterms:W3CDTF">2026-10-29T08:22:09Z</dcterms:modified>
</cp:coreProperties>
</file>