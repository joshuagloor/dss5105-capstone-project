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Times are from the start of the app part.
Speak only when the app is quiet. If speech mishears a request, the transcript shows it: hold
the mic and say it again, slowly.
[0:00] Charles: "Hi everyone, I'm Zepeng, or Charles, as the app calls me. In this demo I'll
       play the dispatcher, using our app, StitchFlow, and I'll run it all by voice. The rings
       show how busy each workshop is, and OldMill is grey because it's suspended."
[0:10] Hold the mic and say: "Hi, I've got order number 109, due April 13th. Keep it away from
       BudgetWorks, their last batch came back rough."
       (No customer or product names: speech often mishears them, and the order book supplies
       both. Say "order number" clearly, so it is not heard as "other".)
       Let the answer play: "GiantWeave can deliver order 109 by Thursday 9 April, 3.71 days
       early. Cost 550, defect risk 6.0%. Say book it, or tap book, to confirm."
       Charles: "I only gave the order number. The customer and the quantity come from the
       order book, and BudgetWorks is out because I asked."
[0:35] Hold the mic and say: "Show me the other options." (optional if the video runs long)
       Let it answer: "Here are the 4 workshops that can take it, ranked, and why the other 4
       cannot."
       Charles: "Every workshop that can take it, ranked, and the reason behind each no:
       excluded by me, can't make tops, suspended, or over its batch limit."
[0:50] Hold the mic and say: "Okay, book it." The sheet opens.
       Charles: "This is the only thing I touch. One slide, so a misheard yes on a noisy floor
       can never send work out." Slide to confirm.
[1:03] Hold the mic and say: "Remember that."
       Let it answer: "Remembered: Avoid BudgetWorks for Harbor Knits."
       Charles: "Now it's a standing rule for this customer, with who said it and my words."
[1:12] Hold the mic and say: "Next one: order number 81, due April 20th."
       (Say "due", not "go out by": "go out by" is a ship date, and the desk would ask which.)
       Let the answer play, then point at the "From memory" note on the card.
       Charles: "Same customer, so the rule is applied without me repeating it, and the card
       says it came from memory."
[1:33] Charles: "Now a hard case, like the boss's message in the inbox."
       Hold the mic and say: "Can QuickStitch take order number 103?"
       Let the answer play: QuickStitch cannot make scarves, no workshop meets 4 April, and the
       best alternative is 13.44 days late.
[1:50] Charles: "It refuses, gives the earliest option and a two-shop split, and books nothing.
       And on the right, every answer shows its working: what the model heard, and what
       Python computed."
[1:59] Charles: "That's StitchFlow." Pause for two seconds.
[2:02] Stop recording. The whole video must stay under 4:55; if it runs long, drop the
       "other options"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2026-10-29T15:56:05Z</dcterms:created>
  <dcterms:modified xsi:type="dcterms:W3CDTF">2026-10-29T15:56:05Z</dcterms:modified>
</cp:coreProperties>
</file>