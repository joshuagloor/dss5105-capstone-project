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7</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sets: 205 generated requests, 140 train and 65 test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Re-run the 65 test requests on the current intake (v3)</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by the 7 kinds in the data dictionary, plus 205 generated by Saadhvika and Niyanthri: 140 to tune on, 65 held out with new wording. Labels come from how each request was built, never from a model. First live run: test 63/65 passed (96.9%), train 134/140 (95.7%).</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presets chosen on seeds 6000-6029, course seeds run twice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B9AF9F"/>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2026-10-29T13:14:33Z</dcterms:created>
  <dcterms:modified xsi:type="dcterms:W3CDTF">2026-10-29T13:14:33Z</dcterms:modified>
</cp:coreProperties>
</file>